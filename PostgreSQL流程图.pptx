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8800425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36" autoAdjust="0"/>
    <p:restoredTop sz="94660"/>
  </p:normalViewPr>
  <p:slideViewPr>
    <p:cSldViewPr snapToGrid="0">
      <p:cViewPr>
        <p:scale>
          <a:sx n="93" d="100"/>
          <a:sy n="93" d="100"/>
        </p:scale>
        <p:origin x="-1650" y="-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53" y="2945943"/>
            <a:ext cx="21600319" cy="6266897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9454516"/>
            <a:ext cx="21600319" cy="4345992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280E-5F17-43A3-8076-0EEA6531207B}" type="datetimeFigureOut">
              <a:rPr lang="zh-CN" altLang="en-US" smtClean="0"/>
              <a:t>2021-1-26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DEFB-00FF-4018-8C3A-AB51F80FDD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54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280E-5F17-43A3-8076-0EEA6531207B}" type="datetimeFigureOut">
              <a:rPr lang="zh-CN" altLang="en-US" smtClean="0"/>
              <a:t>2021-1-26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DEFB-00FF-4018-8C3A-AB51F80FDD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277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29" y="4487668"/>
            <a:ext cx="24840367" cy="7487774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29" y="12046280"/>
            <a:ext cx="24840367" cy="3937644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280E-5F17-43A3-8076-0EEA6531207B}" type="datetimeFigureOut">
              <a:rPr lang="zh-CN" altLang="en-US" smtClean="0"/>
              <a:t>2021-1-26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DEFB-00FF-4018-8C3A-AB51F80FDD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64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4791843"/>
            <a:ext cx="12240181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4791843"/>
            <a:ext cx="12240181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280E-5F17-43A3-8076-0EEA6531207B}" type="datetimeFigureOut">
              <a:rPr lang="zh-CN" altLang="en-US" smtClean="0"/>
              <a:t>2021-1-26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DEFB-00FF-4018-8C3A-AB51F80FDD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90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958370"/>
            <a:ext cx="24840367" cy="34792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1" y="4412664"/>
            <a:ext cx="12183929" cy="2162578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1" y="6575242"/>
            <a:ext cx="12183929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5" y="4412664"/>
            <a:ext cx="12243932" cy="2162578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5" y="6575242"/>
            <a:ext cx="12243932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280E-5F17-43A3-8076-0EEA6531207B}" type="datetimeFigureOut">
              <a:rPr lang="zh-CN" altLang="en-US" smtClean="0"/>
              <a:t>2021-1-26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DEFB-00FF-4018-8C3A-AB51F80FDD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984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280E-5F17-43A3-8076-0EEA6531207B}" type="datetimeFigureOut">
              <a:rPr lang="zh-CN" altLang="en-US" smtClean="0"/>
              <a:t>2021-1-26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DEFB-00FF-4018-8C3A-AB51F80FDD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262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280E-5F17-43A3-8076-0EEA6531207B}" type="datetimeFigureOut">
              <a:rPr lang="zh-CN" altLang="en-US" smtClean="0"/>
              <a:t>2021-1-26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DEFB-00FF-4018-8C3A-AB51F80FDD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10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1200044"/>
            <a:ext cx="9288886" cy="4200155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2591763"/>
            <a:ext cx="14580215" cy="12792138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5400199"/>
            <a:ext cx="9288886" cy="10004536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280E-5F17-43A3-8076-0EEA6531207B}" type="datetimeFigureOut">
              <a:rPr lang="zh-CN" altLang="en-US" smtClean="0"/>
              <a:t>2021-1-26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DEFB-00FF-4018-8C3A-AB51F80FDD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568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1200044"/>
            <a:ext cx="9288886" cy="4200155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2591763"/>
            <a:ext cx="14580215" cy="12792138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5400199"/>
            <a:ext cx="9288886" cy="10004536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280E-5F17-43A3-8076-0EEA6531207B}" type="datetimeFigureOut">
              <a:rPr lang="zh-CN" altLang="en-US" smtClean="0"/>
              <a:t>2021-1-26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DEFB-00FF-4018-8C3A-AB51F80FDD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82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280E-5F17-43A3-8076-0EEA6531207B}" type="datetimeFigureOut">
              <a:rPr lang="zh-CN" altLang="en-US" smtClean="0"/>
              <a:t>2021-1-26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DEFB-00FF-4018-8C3A-AB51F80FDD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330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4" y="958369"/>
            <a:ext cx="6210092" cy="152547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29" y="958369"/>
            <a:ext cx="18270270" cy="152547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280E-5F17-43A3-8076-0EEA6531207B}" type="datetimeFigureOut">
              <a:rPr lang="zh-CN" altLang="en-US" smtClean="0"/>
              <a:t>2021-1-26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DEFB-00FF-4018-8C3A-AB51F80FDD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267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958370"/>
            <a:ext cx="24840367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4791843"/>
            <a:ext cx="24840367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16683949"/>
            <a:ext cx="6480096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A280E-5F17-43A3-8076-0EEA6531207B}" type="datetimeFigureOut">
              <a:rPr lang="zh-CN" altLang="en-US" smtClean="0"/>
              <a:t>2021-1-26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16683949"/>
            <a:ext cx="9720143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16683949"/>
            <a:ext cx="6480096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8DEFB-00FF-4018-8C3A-AB51F80FDD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686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5232577-096C-4FC0-84BC-7F2653B4C53D}"/>
              </a:ext>
            </a:extLst>
          </p:cNvPr>
          <p:cNvGrpSpPr/>
          <p:nvPr/>
        </p:nvGrpSpPr>
        <p:grpSpPr>
          <a:xfrm>
            <a:off x="7364267" y="3704276"/>
            <a:ext cx="6958057" cy="701721"/>
            <a:chOff x="3771982" y="503882"/>
            <a:chExt cx="4695211" cy="70172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5F1804A-7F7C-45D5-B705-BD66283FEDBC}"/>
                </a:ext>
              </a:extLst>
            </p:cNvPr>
            <p:cNvSpPr/>
            <p:nvPr/>
          </p:nvSpPr>
          <p:spPr>
            <a:xfrm>
              <a:off x="3771982" y="869609"/>
              <a:ext cx="1070712" cy="335996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RTE_REALTION</a:t>
              </a:r>
            </a:p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(STUDENT)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00E0128-D3B2-4CC0-8044-271F9BFA1EA5}"/>
                </a:ext>
              </a:extLst>
            </p:cNvPr>
            <p:cNvSpPr/>
            <p:nvPr/>
          </p:nvSpPr>
          <p:spPr>
            <a:xfrm>
              <a:off x="4842694" y="865575"/>
              <a:ext cx="1070712" cy="335996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RTE_REALTION</a:t>
              </a:r>
            </a:p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(COURSE)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4AF2444-13B3-4AFF-B22F-462A3357CC20}"/>
                </a:ext>
              </a:extLst>
            </p:cNvPr>
            <p:cNvSpPr/>
            <p:nvPr/>
          </p:nvSpPr>
          <p:spPr>
            <a:xfrm>
              <a:off x="5912469" y="858021"/>
              <a:ext cx="1070712" cy="335996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RTE_REALTION</a:t>
              </a:r>
            </a:p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(SCORE)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69A56D5-AC90-45E9-B4C4-096B37A45AFC}"/>
                </a:ext>
              </a:extLst>
            </p:cNvPr>
            <p:cNvSpPr/>
            <p:nvPr/>
          </p:nvSpPr>
          <p:spPr>
            <a:xfrm>
              <a:off x="6983181" y="861517"/>
              <a:ext cx="1070712" cy="335996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RTE_JOIN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E24F5ED8-1210-434A-98AB-17AA240326CD}"/>
                </a:ext>
              </a:extLst>
            </p:cNvPr>
            <p:cNvSpPr/>
            <p:nvPr/>
          </p:nvSpPr>
          <p:spPr>
            <a:xfrm>
              <a:off x="5373998" y="516321"/>
              <a:ext cx="2349304" cy="335996"/>
            </a:xfrm>
            <a:custGeom>
              <a:avLst/>
              <a:gdLst>
                <a:gd name="connsiteX0" fmla="*/ 2665828 w 2665828"/>
                <a:gd name="connsiteY0" fmla="*/ 335996 h 335996"/>
                <a:gd name="connsiteX1" fmla="*/ 2138290 w 2665828"/>
                <a:gd name="connsiteY1" fmla="*/ 40574 h 335996"/>
                <a:gd name="connsiteX2" fmla="*/ 710419 w 2665828"/>
                <a:gd name="connsiteY2" fmla="*/ 33541 h 335996"/>
                <a:gd name="connsiteX3" fmla="*/ 0 w 2665828"/>
                <a:gd name="connsiteY3" fmla="*/ 328962 h 33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5828" h="335996">
                  <a:moveTo>
                    <a:pt x="2665828" y="335996"/>
                  </a:moveTo>
                  <a:cubicBezTo>
                    <a:pt x="2565009" y="213489"/>
                    <a:pt x="2464191" y="90983"/>
                    <a:pt x="2138290" y="40574"/>
                  </a:cubicBezTo>
                  <a:cubicBezTo>
                    <a:pt x="1812389" y="-9835"/>
                    <a:pt x="1066801" y="-14524"/>
                    <a:pt x="710419" y="33541"/>
                  </a:cubicBezTo>
                  <a:cubicBezTo>
                    <a:pt x="354037" y="81606"/>
                    <a:pt x="177018" y="205284"/>
                    <a:pt x="0" y="328962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32EF6277-3B72-47FA-85E4-6BE7046DE26A}"/>
                </a:ext>
              </a:extLst>
            </p:cNvPr>
            <p:cNvSpPr/>
            <p:nvPr/>
          </p:nvSpPr>
          <p:spPr>
            <a:xfrm>
              <a:off x="6457210" y="613158"/>
              <a:ext cx="1273126" cy="239159"/>
            </a:xfrm>
            <a:custGeom>
              <a:avLst/>
              <a:gdLst>
                <a:gd name="connsiteX0" fmla="*/ 1406769 w 1406769"/>
                <a:gd name="connsiteY0" fmla="*/ 239159 h 239159"/>
                <a:gd name="connsiteX1" fmla="*/ 815926 w 1406769"/>
                <a:gd name="connsiteY1" fmla="*/ 8 h 239159"/>
                <a:gd name="connsiteX2" fmla="*/ 0 w 1406769"/>
                <a:gd name="connsiteY2" fmla="*/ 232125 h 239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06769" h="239159">
                  <a:moveTo>
                    <a:pt x="1406769" y="239159"/>
                  </a:moveTo>
                  <a:cubicBezTo>
                    <a:pt x="1228578" y="120169"/>
                    <a:pt x="1050387" y="1180"/>
                    <a:pt x="815926" y="8"/>
                  </a:cubicBezTo>
                  <a:cubicBezTo>
                    <a:pt x="581465" y="-1164"/>
                    <a:pt x="290732" y="115480"/>
                    <a:pt x="0" y="232125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0DF0115-CA42-423F-9CF8-9416ACEC00BD}"/>
                </a:ext>
              </a:extLst>
            </p:cNvPr>
            <p:cNvSpPr txBox="1"/>
            <p:nvPr/>
          </p:nvSpPr>
          <p:spPr>
            <a:xfrm>
              <a:off x="7503468" y="503882"/>
              <a:ext cx="9637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Var-&gt;</a:t>
              </a:r>
              <a:r>
                <a:rPr lang="en-US" altLang="zh-CN" sz="1200" dirty="0" err="1"/>
                <a:t>varno</a:t>
              </a:r>
              <a:endParaRPr lang="zh-CN" altLang="en-US" sz="1200" dirty="0"/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2526AECA-8ACE-43E3-83B5-2547ED281D8C}"/>
              </a:ext>
            </a:extLst>
          </p:cNvPr>
          <p:cNvSpPr/>
          <p:nvPr/>
        </p:nvSpPr>
        <p:spPr>
          <a:xfrm>
            <a:off x="6272645" y="5089383"/>
            <a:ext cx="1023674" cy="312222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From Expr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10A27F-9E3D-48A8-ACF7-86C33228B763}"/>
              </a:ext>
            </a:extLst>
          </p:cNvPr>
          <p:cNvSpPr/>
          <p:nvPr/>
        </p:nvSpPr>
        <p:spPr>
          <a:xfrm>
            <a:off x="6272645" y="5408853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from list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1DB86E-765F-4AC6-A23A-C8322FF92C6D}"/>
              </a:ext>
            </a:extLst>
          </p:cNvPr>
          <p:cNvSpPr/>
          <p:nvPr/>
        </p:nvSpPr>
        <p:spPr>
          <a:xfrm>
            <a:off x="6272645" y="5667539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quals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D62728-D43B-4842-87C7-C8FD491EAC07}"/>
              </a:ext>
            </a:extLst>
          </p:cNvPr>
          <p:cNvSpPr/>
          <p:nvPr/>
        </p:nvSpPr>
        <p:spPr>
          <a:xfrm>
            <a:off x="4077318" y="4668273"/>
            <a:ext cx="1205272" cy="406401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Query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49C54D-8B73-4CE3-A634-7179CE6266C9}"/>
              </a:ext>
            </a:extLst>
          </p:cNvPr>
          <p:cNvSpPr/>
          <p:nvPr/>
        </p:nvSpPr>
        <p:spPr>
          <a:xfrm>
            <a:off x="4077318" y="5086217"/>
            <a:ext cx="1205272" cy="294466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rtable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9C3F50-0657-4888-947C-941B61ACE8CD}"/>
              </a:ext>
            </a:extLst>
          </p:cNvPr>
          <p:cNvSpPr/>
          <p:nvPr/>
        </p:nvSpPr>
        <p:spPr>
          <a:xfrm>
            <a:off x="4077318" y="5380073"/>
            <a:ext cx="1205272" cy="294466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jointree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FF3105-2F4E-4FA0-9D20-60B542F13774}"/>
              </a:ext>
            </a:extLst>
          </p:cNvPr>
          <p:cNvSpPr/>
          <p:nvPr/>
        </p:nvSpPr>
        <p:spPr>
          <a:xfrm>
            <a:off x="4077318" y="5673929"/>
            <a:ext cx="1205272" cy="294466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targetlist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DEC08F-E710-4A22-9451-B276422C69F6}"/>
              </a:ext>
            </a:extLst>
          </p:cNvPr>
          <p:cNvSpPr/>
          <p:nvPr/>
        </p:nvSpPr>
        <p:spPr>
          <a:xfrm>
            <a:off x="8009021" y="5054012"/>
            <a:ext cx="1023674" cy="312222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RangeTblRef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4E75E3-7B7B-4DD0-B027-3CACBE10B52E}"/>
              </a:ext>
            </a:extLst>
          </p:cNvPr>
          <p:cNvSpPr/>
          <p:nvPr/>
        </p:nvSpPr>
        <p:spPr>
          <a:xfrm>
            <a:off x="8009021" y="5373482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type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5DE0A03-F2E8-4D3E-A0A3-85B6D636E40E}"/>
              </a:ext>
            </a:extLst>
          </p:cNvPr>
          <p:cNvSpPr/>
          <p:nvPr/>
        </p:nvSpPr>
        <p:spPr>
          <a:xfrm>
            <a:off x="8009021" y="5632168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rtindex</a:t>
            </a:r>
            <a:r>
              <a:rPr lang="en-US" altLang="zh-CN" sz="1200" dirty="0">
                <a:solidFill>
                  <a:schemeClr val="tx1"/>
                </a:solidFill>
              </a:rPr>
              <a:t>=1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FE550A-0472-4D3C-8F24-DE867AE00600}"/>
              </a:ext>
            </a:extLst>
          </p:cNvPr>
          <p:cNvSpPr/>
          <p:nvPr/>
        </p:nvSpPr>
        <p:spPr>
          <a:xfrm>
            <a:off x="9832040" y="5055799"/>
            <a:ext cx="1023674" cy="312222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JoinExpr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503AA34-EE35-47C6-963C-58B976B92AB1}"/>
              </a:ext>
            </a:extLst>
          </p:cNvPr>
          <p:cNvSpPr/>
          <p:nvPr/>
        </p:nvSpPr>
        <p:spPr>
          <a:xfrm>
            <a:off x="9832040" y="5375269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larg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5850EE6-C641-4B0E-8338-4C70CA32FA3B}"/>
              </a:ext>
            </a:extLst>
          </p:cNvPr>
          <p:cNvSpPr/>
          <p:nvPr/>
        </p:nvSpPr>
        <p:spPr>
          <a:xfrm>
            <a:off x="9832040" y="5633955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rarg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A7D751-8CB5-48A4-AD9F-BD077E22C0AE}"/>
              </a:ext>
            </a:extLst>
          </p:cNvPr>
          <p:cNvSpPr/>
          <p:nvPr/>
        </p:nvSpPr>
        <p:spPr>
          <a:xfrm>
            <a:off x="9832890" y="5892853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quals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3D4077-9D53-4563-930A-33D7BA8E4CB3}"/>
              </a:ext>
            </a:extLst>
          </p:cNvPr>
          <p:cNvSpPr/>
          <p:nvPr/>
        </p:nvSpPr>
        <p:spPr>
          <a:xfrm>
            <a:off x="11761759" y="5054012"/>
            <a:ext cx="1023674" cy="312222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RangeTblRef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14AB34-DC86-4676-8EF1-AAB9595E35B5}"/>
              </a:ext>
            </a:extLst>
          </p:cNvPr>
          <p:cNvSpPr/>
          <p:nvPr/>
        </p:nvSpPr>
        <p:spPr>
          <a:xfrm>
            <a:off x="11761759" y="5373482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type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A93EAB1-1D9D-43DA-B0C1-CEB848C49D4A}"/>
              </a:ext>
            </a:extLst>
          </p:cNvPr>
          <p:cNvSpPr/>
          <p:nvPr/>
        </p:nvSpPr>
        <p:spPr>
          <a:xfrm>
            <a:off x="11761759" y="5632168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rtindex</a:t>
            </a:r>
            <a:r>
              <a:rPr lang="en-US" altLang="zh-CN" sz="1200" dirty="0">
                <a:solidFill>
                  <a:schemeClr val="tx1"/>
                </a:solidFill>
              </a:rPr>
              <a:t>=2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6E9213D-481A-4EFA-823E-8C713E56140B}"/>
              </a:ext>
            </a:extLst>
          </p:cNvPr>
          <p:cNvSpPr/>
          <p:nvPr/>
        </p:nvSpPr>
        <p:spPr>
          <a:xfrm>
            <a:off x="11761759" y="6139198"/>
            <a:ext cx="1023674" cy="312222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RangeTblRef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0308B0-F994-4AB2-BBA4-FDD14D457B5C}"/>
              </a:ext>
            </a:extLst>
          </p:cNvPr>
          <p:cNvSpPr/>
          <p:nvPr/>
        </p:nvSpPr>
        <p:spPr>
          <a:xfrm>
            <a:off x="11761759" y="6458668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type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0D3E3D1-C58C-46E2-B471-5F6E7F344338}"/>
              </a:ext>
            </a:extLst>
          </p:cNvPr>
          <p:cNvSpPr/>
          <p:nvPr/>
        </p:nvSpPr>
        <p:spPr>
          <a:xfrm>
            <a:off x="11761759" y="6717354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rtindex</a:t>
            </a:r>
            <a:r>
              <a:rPr lang="en-US" altLang="zh-CN" sz="1200" dirty="0">
                <a:solidFill>
                  <a:schemeClr val="tx1"/>
                </a:solidFill>
              </a:rPr>
              <a:t>=3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E6A5E6D-5193-4B4A-BAA0-5A4FBD7F7A0F}"/>
              </a:ext>
            </a:extLst>
          </p:cNvPr>
          <p:cNvSpPr/>
          <p:nvPr/>
        </p:nvSpPr>
        <p:spPr>
          <a:xfrm>
            <a:off x="11245312" y="7338503"/>
            <a:ext cx="1023674" cy="312222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expr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FC528D-6C91-4009-A483-E379F20047A8}"/>
              </a:ext>
            </a:extLst>
          </p:cNvPr>
          <p:cNvSpPr/>
          <p:nvPr/>
        </p:nvSpPr>
        <p:spPr>
          <a:xfrm>
            <a:off x="11245312" y="7657973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args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2F1339B-B6A5-4591-8C2E-9C0E48164E43}"/>
              </a:ext>
            </a:extLst>
          </p:cNvPr>
          <p:cNvSpPr/>
          <p:nvPr/>
        </p:nvSpPr>
        <p:spPr>
          <a:xfrm>
            <a:off x="12719389" y="7340564"/>
            <a:ext cx="1023674" cy="312222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Var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FE214DC-EAD7-4364-9C7C-5F0CB7FA2B7B}"/>
              </a:ext>
            </a:extLst>
          </p:cNvPr>
          <p:cNvSpPr/>
          <p:nvPr/>
        </p:nvSpPr>
        <p:spPr>
          <a:xfrm>
            <a:off x="12719389" y="7660034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varno</a:t>
            </a:r>
            <a:r>
              <a:rPr lang="en-US" altLang="zh-CN" sz="1200" dirty="0">
                <a:solidFill>
                  <a:schemeClr val="tx1"/>
                </a:solidFill>
              </a:rPr>
              <a:t>=2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402EF-A885-4572-816E-DB3FE6343F00}"/>
              </a:ext>
            </a:extLst>
          </p:cNvPr>
          <p:cNvSpPr/>
          <p:nvPr/>
        </p:nvSpPr>
        <p:spPr>
          <a:xfrm>
            <a:off x="12719389" y="7918720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4AFE549-12B9-4756-984C-F15F843C005E}"/>
              </a:ext>
            </a:extLst>
          </p:cNvPr>
          <p:cNvSpPr/>
          <p:nvPr/>
        </p:nvSpPr>
        <p:spPr>
          <a:xfrm>
            <a:off x="14236355" y="7347811"/>
            <a:ext cx="1023674" cy="312222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Var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0E2BC99-7FEA-4F69-BC0A-0E2A839D7EBC}"/>
              </a:ext>
            </a:extLst>
          </p:cNvPr>
          <p:cNvSpPr/>
          <p:nvPr/>
        </p:nvSpPr>
        <p:spPr>
          <a:xfrm>
            <a:off x="14236355" y="7667281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varno</a:t>
            </a:r>
            <a:r>
              <a:rPr lang="en-US" altLang="zh-CN" sz="1200" dirty="0">
                <a:solidFill>
                  <a:schemeClr val="tx1"/>
                </a:solidFill>
              </a:rPr>
              <a:t>=3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D3354E6-9823-40C2-97CD-2C8B2DE85210}"/>
              </a:ext>
            </a:extLst>
          </p:cNvPr>
          <p:cNvSpPr/>
          <p:nvPr/>
        </p:nvSpPr>
        <p:spPr>
          <a:xfrm>
            <a:off x="14236355" y="7925967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46D0787-5EA2-4F46-91A7-2FEB79BAF61E}"/>
              </a:ext>
            </a:extLst>
          </p:cNvPr>
          <p:cNvSpPr/>
          <p:nvPr/>
        </p:nvSpPr>
        <p:spPr>
          <a:xfrm>
            <a:off x="5283520" y="4244271"/>
            <a:ext cx="2071561" cy="995321"/>
          </a:xfrm>
          <a:custGeom>
            <a:avLst/>
            <a:gdLst>
              <a:gd name="connsiteX0" fmla="*/ 0 w 2071561"/>
              <a:gd name="connsiteY0" fmla="*/ 995320 h 995320"/>
              <a:gd name="connsiteX1" fmla="*/ 469338 w 2071561"/>
              <a:gd name="connsiteY1" fmla="*/ 339865 h 995320"/>
              <a:gd name="connsiteX2" fmla="*/ 1238082 w 2071561"/>
              <a:gd name="connsiteY2" fmla="*/ 80920 h 995320"/>
              <a:gd name="connsiteX3" fmla="*/ 2071561 w 2071561"/>
              <a:gd name="connsiteY3" fmla="*/ 0 h 995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1561" h="995320">
                <a:moveTo>
                  <a:pt x="0" y="995320"/>
                </a:moveTo>
                <a:cubicBezTo>
                  <a:pt x="131495" y="743792"/>
                  <a:pt x="262991" y="492265"/>
                  <a:pt x="469338" y="339865"/>
                </a:cubicBezTo>
                <a:cubicBezTo>
                  <a:pt x="675685" y="187465"/>
                  <a:pt x="971045" y="137564"/>
                  <a:pt x="1238082" y="80920"/>
                </a:cubicBezTo>
                <a:cubicBezTo>
                  <a:pt x="1505119" y="24276"/>
                  <a:pt x="1788340" y="12138"/>
                  <a:pt x="2071561" y="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204C3B91-1F7A-4EEC-B6B7-A2732CB23248}"/>
              </a:ext>
            </a:extLst>
          </p:cNvPr>
          <p:cNvSpPr/>
          <p:nvPr/>
        </p:nvSpPr>
        <p:spPr>
          <a:xfrm>
            <a:off x="5283520" y="5263862"/>
            <a:ext cx="979137" cy="283221"/>
          </a:xfrm>
          <a:custGeom>
            <a:avLst/>
            <a:gdLst>
              <a:gd name="connsiteX0" fmla="*/ 0 w 979137"/>
              <a:gd name="connsiteY0" fmla="*/ 283221 h 283221"/>
              <a:gd name="connsiteX1" fmla="*/ 979137 w 979137"/>
              <a:gd name="connsiteY1" fmla="*/ 0 h 283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79137" h="283221">
                <a:moveTo>
                  <a:pt x="0" y="283221"/>
                </a:moveTo>
                <a:lnTo>
                  <a:pt x="979137" y="0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14C5C704-CCF0-4268-9E93-0D8D73069A62}"/>
              </a:ext>
            </a:extLst>
          </p:cNvPr>
          <p:cNvSpPr/>
          <p:nvPr/>
        </p:nvSpPr>
        <p:spPr>
          <a:xfrm>
            <a:off x="7298437" y="5231495"/>
            <a:ext cx="704007" cy="299404"/>
          </a:xfrm>
          <a:custGeom>
            <a:avLst/>
            <a:gdLst>
              <a:gd name="connsiteX0" fmla="*/ 0 w 704007"/>
              <a:gd name="connsiteY0" fmla="*/ 299405 h 299405"/>
              <a:gd name="connsiteX1" fmla="*/ 704007 w 704007"/>
              <a:gd name="connsiteY1" fmla="*/ 0 h 299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04007" h="299405">
                <a:moveTo>
                  <a:pt x="0" y="299405"/>
                </a:moveTo>
                <a:lnTo>
                  <a:pt x="704007" y="0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68F544E-CCD8-4EB7-B51B-DD8DFDA7B759}"/>
              </a:ext>
            </a:extLst>
          </p:cNvPr>
          <p:cNvCxnSpPr>
            <a:stCxn id="19" idx="3"/>
            <a:endCxn id="22" idx="1"/>
          </p:cNvCxnSpPr>
          <p:nvPr/>
        </p:nvCxnSpPr>
        <p:spPr>
          <a:xfrm>
            <a:off x="9032695" y="5210123"/>
            <a:ext cx="799345" cy="1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FD15E90E-4EF0-4A7F-A275-19716DEAFDDE}"/>
              </a:ext>
            </a:extLst>
          </p:cNvPr>
          <p:cNvSpPr/>
          <p:nvPr/>
        </p:nvSpPr>
        <p:spPr>
          <a:xfrm>
            <a:off x="10858933" y="5215318"/>
            <a:ext cx="890124" cy="291313"/>
          </a:xfrm>
          <a:custGeom>
            <a:avLst/>
            <a:gdLst>
              <a:gd name="connsiteX0" fmla="*/ 0 w 890124"/>
              <a:gd name="connsiteY0" fmla="*/ 291313 h 291313"/>
              <a:gd name="connsiteX1" fmla="*/ 890124 w 890124"/>
              <a:gd name="connsiteY1" fmla="*/ 0 h 291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90124" h="291313">
                <a:moveTo>
                  <a:pt x="0" y="291313"/>
                </a:moveTo>
                <a:lnTo>
                  <a:pt x="890124" y="0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18878361-E449-41CB-9534-663A113F71CE}"/>
              </a:ext>
            </a:extLst>
          </p:cNvPr>
          <p:cNvSpPr/>
          <p:nvPr/>
        </p:nvSpPr>
        <p:spPr>
          <a:xfrm>
            <a:off x="10858933" y="5765576"/>
            <a:ext cx="898216" cy="517891"/>
          </a:xfrm>
          <a:custGeom>
            <a:avLst/>
            <a:gdLst>
              <a:gd name="connsiteX0" fmla="*/ 0 w 898216"/>
              <a:gd name="connsiteY0" fmla="*/ 0 h 517890"/>
              <a:gd name="connsiteX1" fmla="*/ 898216 w 898216"/>
              <a:gd name="connsiteY1" fmla="*/ 517890 h 51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98216" h="517890">
                <a:moveTo>
                  <a:pt x="0" y="0"/>
                </a:moveTo>
                <a:cubicBezTo>
                  <a:pt x="286593" y="149028"/>
                  <a:pt x="573186" y="298056"/>
                  <a:pt x="898216" y="51789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0A87446D-6791-43A2-A5A7-31ABDA2775B1}"/>
              </a:ext>
            </a:extLst>
          </p:cNvPr>
          <p:cNvSpPr/>
          <p:nvPr/>
        </p:nvSpPr>
        <p:spPr>
          <a:xfrm>
            <a:off x="10858933" y="6024517"/>
            <a:ext cx="388417" cy="1497026"/>
          </a:xfrm>
          <a:custGeom>
            <a:avLst/>
            <a:gdLst>
              <a:gd name="connsiteX0" fmla="*/ 0 w 388417"/>
              <a:gd name="connsiteY0" fmla="*/ 0 h 1497027"/>
              <a:gd name="connsiteX1" fmla="*/ 161840 w 388417"/>
              <a:gd name="connsiteY1" fmla="*/ 566443 h 1497027"/>
              <a:gd name="connsiteX2" fmla="*/ 210393 w 388417"/>
              <a:gd name="connsiteY2" fmla="*/ 1132885 h 1497027"/>
              <a:gd name="connsiteX3" fmla="*/ 388417 w 388417"/>
              <a:gd name="connsiteY3" fmla="*/ 1497027 h 1497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417" h="1497027">
                <a:moveTo>
                  <a:pt x="0" y="0"/>
                </a:moveTo>
                <a:cubicBezTo>
                  <a:pt x="63387" y="188814"/>
                  <a:pt x="126775" y="377629"/>
                  <a:pt x="161840" y="566443"/>
                </a:cubicBezTo>
                <a:cubicBezTo>
                  <a:pt x="196906" y="755257"/>
                  <a:pt x="172630" y="977788"/>
                  <a:pt x="210393" y="1132885"/>
                </a:cubicBezTo>
                <a:cubicBezTo>
                  <a:pt x="248156" y="1287982"/>
                  <a:pt x="318286" y="1392504"/>
                  <a:pt x="388417" y="1497027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4ABC3919-AEE8-4225-8258-69D8C8AA893E}"/>
              </a:ext>
            </a:extLst>
          </p:cNvPr>
          <p:cNvCxnSpPr>
            <a:stCxn id="32" idx="3"/>
            <a:endCxn id="34" idx="1"/>
          </p:cNvCxnSpPr>
          <p:nvPr/>
        </p:nvCxnSpPr>
        <p:spPr>
          <a:xfrm>
            <a:off x="12268986" y="7494614"/>
            <a:ext cx="450403" cy="2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EDE581D4-EE57-42B1-B86A-00084B868091}"/>
              </a:ext>
            </a:extLst>
          </p:cNvPr>
          <p:cNvCxnSpPr>
            <a:cxnSpLocks/>
          </p:cNvCxnSpPr>
          <p:nvPr/>
        </p:nvCxnSpPr>
        <p:spPr>
          <a:xfrm>
            <a:off x="13764507" y="7493588"/>
            <a:ext cx="450403" cy="2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E48E6A21-8A01-4872-AC62-4C127B1C9528}"/>
              </a:ext>
            </a:extLst>
          </p:cNvPr>
          <p:cNvSpPr/>
          <p:nvPr/>
        </p:nvSpPr>
        <p:spPr>
          <a:xfrm>
            <a:off x="6822771" y="6706853"/>
            <a:ext cx="1023674" cy="312222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expr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5D0977A-8F59-4CFD-9DBA-200CEB261000}"/>
              </a:ext>
            </a:extLst>
          </p:cNvPr>
          <p:cNvSpPr/>
          <p:nvPr/>
        </p:nvSpPr>
        <p:spPr>
          <a:xfrm>
            <a:off x="6822771" y="7026323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args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169326E-7B5C-400F-A93A-B24B608B21F1}"/>
              </a:ext>
            </a:extLst>
          </p:cNvPr>
          <p:cNvSpPr/>
          <p:nvPr/>
        </p:nvSpPr>
        <p:spPr>
          <a:xfrm>
            <a:off x="8296848" y="6708914"/>
            <a:ext cx="1023674" cy="312222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Var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D75A4A9-4014-41D0-B519-BA93F9028743}"/>
              </a:ext>
            </a:extLst>
          </p:cNvPr>
          <p:cNvSpPr/>
          <p:nvPr/>
        </p:nvSpPr>
        <p:spPr>
          <a:xfrm>
            <a:off x="8296848" y="7028384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varno</a:t>
            </a:r>
            <a:r>
              <a:rPr lang="en-US" altLang="zh-CN" sz="1200" dirty="0">
                <a:solidFill>
                  <a:schemeClr val="tx1"/>
                </a:solidFill>
              </a:rPr>
              <a:t>=1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6105D42-992B-45DB-B11C-9E663E8FCF3E}"/>
              </a:ext>
            </a:extLst>
          </p:cNvPr>
          <p:cNvSpPr/>
          <p:nvPr/>
        </p:nvSpPr>
        <p:spPr>
          <a:xfrm>
            <a:off x="8296848" y="7287070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D850424-AA3D-46FE-9318-E879E70F69CD}"/>
              </a:ext>
            </a:extLst>
          </p:cNvPr>
          <p:cNvSpPr/>
          <p:nvPr/>
        </p:nvSpPr>
        <p:spPr>
          <a:xfrm>
            <a:off x="9813814" y="6716161"/>
            <a:ext cx="1023674" cy="312222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Var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DFB9317-EE85-4DA4-A7B6-B64D800AA620}"/>
              </a:ext>
            </a:extLst>
          </p:cNvPr>
          <p:cNvSpPr/>
          <p:nvPr/>
        </p:nvSpPr>
        <p:spPr>
          <a:xfrm>
            <a:off x="9813814" y="7035631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varno</a:t>
            </a:r>
            <a:r>
              <a:rPr lang="en-US" altLang="zh-CN" sz="1200" dirty="0">
                <a:solidFill>
                  <a:schemeClr val="tx1"/>
                </a:solidFill>
              </a:rPr>
              <a:t>=3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334E44B-FA43-4D87-BE67-66111D6BFF44}"/>
              </a:ext>
            </a:extLst>
          </p:cNvPr>
          <p:cNvSpPr/>
          <p:nvPr/>
        </p:nvSpPr>
        <p:spPr>
          <a:xfrm>
            <a:off x="9813814" y="7294317"/>
            <a:ext cx="1023674" cy="258863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405130E-2736-428E-880F-C478A54D8F13}"/>
              </a:ext>
            </a:extLst>
          </p:cNvPr>
          <p:cNvCxnSpPr>
            <a:stCxn id="49" idx="3"/>
            <a:endCxn id="51" idx="1"/>
          </p:cNvCxnSpPr>
          <p:nvPr/>
        </p:nvCxnSpPr>
        <p:spPr>
          <a:xfrm>
            <a:off x="7846445" y="6862964"/>
            <a:ext cx="450403" cy="2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A5B0A19C-11C8-4FC2-B172-1F6F4E6B7AD6}"/>
              </a:ext>
            </a:extLst>
          </p:cNvPr>
          <p:cNvCxnSpPr>
            <a:cxnSpLocks/>
          </p:cNvCxnSpPr>
          <p:nvPr/>
        </p:nvCxnSpPr>
        <p:spPr>
          <a:xfrm>
            <a:off x="9341966" y="6861938"/>
            <a:ext cx="450403" cy="2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59661E21-770E-4DE0-8270-486F7111A626}"/>
              </a:ext>
            </a:extLst>
          </p:cNvPr>
          <p:cNvSpPr/>
          <p:nvPr/>
        </p:nvSpPr>
        <p:spPr>
          <a:xfrm>
            <a:off x="7298437" y="5797942"/>
            <a:ext cx="227069" cy="906310"/>
          </a:xfrm>
          <a:custGeom>
            <a:avLst/>
            <a:gdLst>
              <a:gd name="connsiteX0" fmla="*/ 0 w 227069"/>
              <a:gd name="connsiteY0" fmla="*/ 0 h 906308"/>
              <a:gd name="connsiteX1" fmla="*/ 226577 w 227069"/>
              <a:gd name="connsiteY1" fmla="*/ 356050 h 906308"/>
              <a:gd name="connsiteX2" fmla="*/ 48552 w 227069"/>
              <a:gd name="connsiteY2" fmla="*/ 906308 h 906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7069" h="906308">
                <a:moveTo>
                  <a:pt x="0" y="0"/>
                </a:moveTo>
                <a:cubicBezTo>
                  <a:pt x="109242" y="102499"/>
                  <a:pt x="218485" y="204999"/>
                  <a:pt x="226577" y="356050"/>
                </a:cubicBezTo>
                <a:cubicBezTo>
                  <a:pt x="234669" y="507101"/>
                  <a:pt x="141610" y="706704"/>
                  <a:pt x="48552" y="906308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86819671-DEDF-4232-A831-62E57E604810}"/>
              </a:ext>
            </a:extLst>
          </p:cNvPr>
          <p:cNvSpPr/>
          <p:nvPr/>
        </p:nvSpPr>
        <p:spPr>
          <a:xfrm>
            <a:off x="8163354" y="4410033"/>
            <a:ext cx="340795" cy="627251"/>
          </a:xfrm>
          <a:custGeom>
            <a:avLst/>
            <a:gdLst>
              <a:gd name="connsiteX0" fmla="*/ 558350 w 558350"/>
              <a:gd name="connsiteY0" fmla="*/ 631179 h 631179"/>
              <a:gd name="connsiteX1" fmla="*/ 145657 w 558350"/>
              <a:gd name="connsiteY1" fmla="*/ 315590 h 631179"/>
              <a:gd name="connsiteX2" fmla="*/ 0 w 558350"/>
              <a:gd name="connsiteY2" fmla="*/ 0 h 631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8350" h="631179">
                <a:moveTo>
                  <a:pt x="558350" y="631179"/>
                </a:moveTo>
                <a:cubicBezTo>
                  <a:pt x="398532" y="525982"/>
                  <a:pt x="238715" y="420786"/>
                  <a:pt x="145657" y="315590"/>
                </a:cubicBezTo>
                <a:cubicBezTo>
                  <a:pt x="52599" y="210394"/>
                  <a:pt x="26299" y="105197"/>
                  <a:pt x="0" y="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3BC989DE-840D-411F-9EE7-0130BA1BC949}"/>
              </a:ext>
            </a:extLst>
          </p:cNvPr>
          <p:cNvSpPr/>
          <p:nvPr/>
        </p:nvSpPr>
        <p:spPr>
          <a:xfrm>
            <a:off x="9707299" y="4415002"/>
            <a:ext cx="2559647" cy="622291"/>
          </a:xfrm>
          <a:custGeom>
            <a:avLst/>
            <a:gdLst>
              <a:gd name="connsiteX0" fmla="*/ 3261090 w 3261090"/>
              <a:gd name="connsiteY0" fmla="*/ 631179 h 631179"/>
              <a:gd name="connsiteX1" fmla="*/ 1367554 w 3261090"/>
              <a:gd name="connsiteY1" fmla="*/ 453154 h 631179"/>
              <a:gd name="connsiteX2" fmla="*/ 0 w 3261090"/>
              <a:gd name="connsiteY2" fmla="*/ 0 h 631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61090" h="631179">
                <a:moveTo>
                  <a:pt x="3261090" y="631179"/>
                </a:moveTo>
                <a:cubicBezTo>
                  <a:pt x="2586079" y="594765"/>
                  <a:pt x="1911069" y="558351"/>
                  <a:pt x="1367554" y="453154"/>
                </a:cubicBezTo>
                <a:cubicBezTo>
                  <a:pt x="824039" y="347957"/>
                  <a:pt x="412019" y="173978"/>
                  <a:pt x="0" y="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6EB9B7ED-A6F4-4DDC-9E05-1BFE9213B4FF}"/>
              </a:ext>
            </a:extLst>
          </p:cNvPr>
          <p:cNvSpPr/>
          <p:nvPr/>
        </p:nvSpPr>
        <p:spPr>
          <a:xfrm>
            <a:off x="11370450" y="4417057"/>
            <a:ext cx="1695841" cy="1949623"/>
          </a:xfrm>
          <a:custGeom>
            <a:avLst/>
            <a:gdLst>
              <a:gd name="connsiteX0" fmla="*/ 2548991 w 3070764"/>
              <a:gd name="connsiteY0" fmla="*/ 1925905 h 1925905"/>
              <a:gd name="connsiteX1" fmla="*/ 2921225 w 3070764"/>
              <a:gd name="connsiteY1" fmla="*/ 1327094 h 1925905"/>
              <a:gd name="connsiteX2" fmla="*/ 2807936 w 3070764"/>
              <a:gd name="connsiteY2" fmla="*/ 436970 h 1925905"/>
              <a:gd name="connsiteX3" fmla="*/ 0 w 3070764"/>
              <a:gd name="connsiteY3" fmla="*/ 0 h 1925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0764" h="1925905">
                <a:moveTo>
                  <a:pt x="2548991" y="1925905"/>
                </a:moveTo>
                <a:cubicBezTo>
                  <a:pt x="2713529" y="1750577"/>
                  <a:pt x="2878068" y="1575250"/>
                  <a:pt x="2921225" y="1327094"/>
                </a:cubicBezTo>
                <a:cubicBezTo>
                  <a:pt x="2964382" y="1078938"/>
                  <a:pt x="3294807" y="658152"/>
                  <a:pt x="2807936" y="436970"/>
                </a:cubicBezTo>
                <a:cubicBezTo>
                  <a:pt x="2321065" y="215788"/>
                  <a:pt x="1160532" y="107894"/>
                  <a:pt x="0" y="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657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72</Words>
  <Application>Microsoft Office PowerPoint</Application>
  <PresentationFormat>自定义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 leon</dc:creator>
  <cp:lastModifiedBy>xu leon</cp:lastModifiedBy>
  <cp:revision>1</cp:revision>
  <dcterms:created xsi:type="dcterms:W3CDTF">2021-01-26T14:12:12Z</dcterms:created>
  <dcterms:modified xsi:type="dcterms:W3CDTF">2021-01-26T14:24:52Z</dcterms:modified>
</cp:coreProperties>
</file>